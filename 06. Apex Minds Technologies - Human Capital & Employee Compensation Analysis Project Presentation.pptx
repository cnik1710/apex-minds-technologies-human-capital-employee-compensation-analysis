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 </a:t>
            </a:r>
          </a:p>
          <a:p>
            <a:pPr marL="0" indent="0">
              <a:buNone/>
            </a:pPr>
            <a:r>
              <a:rPr lang="en-US" sz="1400" b="1" dirty="0"/>
              <a:t>Data Preparation &amp; Cleaning: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Integration: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marL="0" indent="0">
              <a:buNone/>
            </a:pPr>
            <a:r>
              <a:rPr lang="en-US" sz="1400" b="1" dirty="0"/>
              <a:t>Feature Engineering: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Design:</a:t>
            </a:r>
          </a:p>
          <a:p>
            <a:pPr lvl="1"/>
            <a:r>
              <a:rPr lang="en-US" sz="1400" dirty="0"/>
              <a:t>Built two interactive dashboards: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i="1" dirty="0"/>
              <a:t>•</a:t>
            </a:r>
            <a:r>
              <a:rPr lang="en-US" sz="1400" dirty="0"/>
              <a:t> </a:t>
            </a:r>
            <a:r>
              <a:rPr lang="en-US" sz="1400" i="1" dirty="0"/>
              <a:t>Headcount &amp; Distribution</a:t>
            </a:r>
            <a:br>
              <a:rPr lang="en-US" sz="1400" i="1" dirty="0"/>
            </a:br>
            <a:r>
              <a:rPr lang="en-US" sz="1400" i="1" dirty="0"/>
              <a:t>	• Salary &amp; Performance</a:t>
            </a:r>
            <a:endParaRPr lang="en-US" sz="1400" b="1" dirty="0"/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</a:t>
            </a:r>
            <a:r>
              <a:rPr lang="en-US" sz="1400" b="1"/>
              <a:t>&amp; Formatting:</a:t>
            </a:r>
            <a:endParaRPr lang="en-US" sz="1400" b="1" dirty="0"/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8691</TotalTime>
  <Words>1129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23</cp:revision>
  <dcterms:created xsi:type="dcterms:W3CDTF">2025-10-10T09:43:10Z</dcterms:created>
  <dcterms:modified xsi:type="dcterms:W3CDTF">2026-01-05T10:50:10Z</dcterms:modified>
</cp:coreProperties>
</file>